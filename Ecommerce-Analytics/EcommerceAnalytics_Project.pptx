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1"/>
  </p:sldMasterIdLst>
  <p:sldIdLst>
    <p:sldId id="256" r:id="rId2"/>
    <p:sldId id="269" r:id="rId3"/>
    <p:sldId id="270" r:id="rId4"/>
    <p:sldId id="291" r:id="rId5"/>
    <p:sldId id="288" r:id="rId6"/>
    <p:sldId id="290" r:id="rId7"/>
    <p:sldId id="289" r:id="rId8"/>
    <p:sldId id="271" r:id="rId9"/>
    <p:sldId id="283" r:id="rId10"/>
    <p:sldId id="284" r:id="rId11"/>
    <p:sldId id="285" r:id="rId12"/>
    <p:sldId id="287" r:id="rId13"/>
    <p:sldId id="286" r:id="rId14"/>
    <p:sldId id="292" r:id="rId15"/>
    <p:sldId id="28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12" autoAdjust="0"/>
    <p:restoredTop sz="86434" autoAdjust="0"/>
  </p:normalViewPr>
  <p:slideViewPr>
    <p:cSldViewPr snapToGrid="0">
      <p:cViewPr varScale="1">
        <p:scale>
          <a:sx n="64" d="100"/>
          <a:sy n="64" d="100"/>
        </p:scale>
        <p:origin x="1616" y="48"/>
      </p:cViewPr>
      <p:guideLst/>
    </p:cSldViewPr>
  </p:slideViewPr>
  <p:outlineViewPr>
    <p:cViewPr>
      <p:scale>
        <a:sx n="33" d="100"/>
        <a:sy n="33" d="100"/>
      </p:scale>
      <p:origin x="0" y="-108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54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37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67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3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966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33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944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10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8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504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96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524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077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285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747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133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32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4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  <p:sldLayoutId id="214748394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6A994-0CA5-CD09-B1EF-5F6137435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0833" y="1889836"/>
            <a:ext cx="5438322" cy="2120733"/>
          </a:xfrm>
        </p:spPr>
        <p:txBody>
          <a:bodyPr>
            <a:no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OLIST STORE ANALYSIS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Sales &amp; Customer Insights Analysis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A161C-4D7D-B402-4801-99BD55EF0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829" y="534880"/>
            <a:ext cx="1846034" cy="12240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87AC29F8-8A3C-1AED-CE18-22CA2CFE8D59}"/>
              </a:ext>
            </a:extLst>
          </p:cNvPr>
          <p:cNvSpPr txBox="1">
            <a:spLocks/>
          </p:cNvSpPr>
          <p:nvPr/>
        </p:nvSpPr>
        <p:spPr>
          <a:xfrm>
            <a:off x="6490252" y="5367126"/>
            <a:ext cx="2087159" cy="93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cap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resented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b="1" cap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cap="none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cap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hehnaz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b="1" cap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atima</a:t>
            </a:r>
          </a:p>
        </p:txBody>
      </p:sp>
    </p:spTree>
    <p:extLst>
      <p:ext uri="{BB962C8B-B14F-4D97-AF65-F5344CB8AC3E}">
        <p14:creationId xmlns:p14="http://schemas.microsoft.com/office/powerpoint/2010/main" val="1359588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360370"/>
            <a:ext cx="7740000" cy="3780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customer purchasing behavior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payment trends and customer preferences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delivery performance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satisfaction through review scores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business insights using data analytics tools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125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 tables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dashboard creation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visual analysis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Querying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Calculations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A419D-FCAA-8199-8668-326B7860E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29809" y="2489203"/>
            <a:ext cx="3347752" cy="3530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</a:t>
            </a:r>
          </a:p>
          <a:p>
            <a:pPr marL="402336" lvl="1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dashboard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Business Insights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668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6440" y="2743199"/>
            <a:ext cx="3636980" cy="36576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it-I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 contains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Details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2D901-FD30-A9F4-DDC6-61FBEE2FC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0581" y="2743198"/>
            <a:ext cx="3636980" cy="36576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 112K Orders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16M Brazilian Real Revenue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 99K Customers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Nearly 33K Products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than 3K Sellers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4.09 Average Customer Rating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51471328-FE0F-691F-24A4-1A0A83488957}"/>
              </a:ext>
            </a:extLst>
          </p:cNvPr>
          <p:cNvSpPr txBox="1">
            <a:spLocks/>
          </p:cNvSpPr>
          <p:nvPr/>
        </p:nvSpPr>
        <p:spPr>
          <a:xfrm>
            <a:off x="866439" y="2181152"/>
            <a:ext cx="7742388" cy="466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it-I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Brazilian E-Commerce Dataset by Olist</a:t>
            </a:r>
          </a:p>
        </p:txBody>
      </p:sp>
    </p:spTree>
    <p:extLst>
      <p:ext uri="{BB962C8B-B14F-4D97-AF65-F5344CB8AC3E}">
        <p14:creationId xmlns:p14="http://schemas.microsoft.com/office/powerpoint/2010/main" val="542550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A1F974-05DE-462A-633C-19DDC59E8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22" y="2189398"/>
            <a:ext cx="8647355" cy="43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77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0910E-8F73-CFDD-CC65-D4DEDF5E3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16" y="2174339"/>
            <a:ext cx="8627168" cy="45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28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7495A5-C2A1-702D-D608-F51B02F82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76" y="2166729"/>
            <a:ext cx="8712648" cy="456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609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305" y="717630"/>
            <a:ext cx="7263095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1: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vs Weekend Payment Statistics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05" y="2220656"/>
            <a:ext cx="7932695" cy="367889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Weekdays contributed ~77% of total payments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Weekend sales contribution was lower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weekend discounts and offers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weekend marketing campaigns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weekend customer engagement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82F769-352F-AACB-989E-AF93DD30F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430" y="2508755"/>
            <a:ext cx="3767633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31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649" y="717630"/>
            <a:ext cx="7626786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2: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5-Star Review Orders by Payment Type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808" y="2251513"/>
            <a:ext cx="7740000" cy="3780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card payments had the highest number of 5-star reviews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Debit card and voucher had lower order counts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digital payment methods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payment experience for other payments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 cashback or rewards on preferred modes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591D3-EC64-F562-9401-E7DAF4659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781" y="2985412"/>
            <a:ext cx="3874908" cy="24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86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81" y="717630"/>
            <a:ext cx="8297789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3: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Pet Shop vs Others Average Delivery Days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340" y="2227312"/>
            <a:ext cx="7740000" cy="37598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 shop products had slightly faster delivery times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categories took more delivery days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efficient logistics strategies to slower categories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warehouse and shipping operations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delivery tracking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622BBC-BB5D-F919-2C98-D6B54B1D9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909" y="2611359"/>
            <a:ext cx="3322280" cy="20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98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1" y="717630"/>
            <a:ext cx="761684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4: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Sao Paulo Customer Analysis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225896"/>
            <a:ext cx="7740000" cy="3695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payment value was higher than average product price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Indicates freight charges and multi-item purchases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loyalty programs for Sao Paulo customers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bundled product offers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retention strategies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5C746F-0482-FC35-361D-EA7E8D856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536" y="2993864"/>
            <a:ext cx="3312000" cy="220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47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5: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Shipping Days vs Review Scores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73" y="2413594"/>
            <a:ext cx="7740000" cy="383310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deliveries received higher review scores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Delayed deliveries resulted in lower ratings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delivery efficiency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shipping delays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customer satisfaction through faster logistics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46243-E501-6F0A-8C70-6FC79159D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456" y="2287466"/>
            <a:ext cx="3996000" cy="247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730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355571"/>
            <a:ext cx="7740000" cy="326003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Delivery performance impacts customer satisfaction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card is the most preferred payment method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Weekday sales are significantly higher than weekend sales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delivery improves customer ratings </a:t>
            </a:r>
          </a:p>
        </p:txBody>
      </p:sp>
    </p:spTree>
    <p:extLst>
      <p:ext uri="{BB962C8B-B14F-4D97-AF65-F5344CB8AC3E}">
        <p14:creationId xmlns:p14="http://schemas.microsoft.com/office/powerpoint/2010/main" val="946716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355571"/>
            <a:ext cx="7740000" cy="326003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helps identify customer behavior and sales trends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improve business decision-making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Logistics and payment optimization can increase customer satisfaction </a:t>
            </a:r>
          </a:p>
        </p:txBody>
      </p:sp>
    </p:spTree>
    <p:extLst>
      <p:ext uri="{BB962C8B-B14F-4D97-AF65-F5344CB8AC3E}">
        <p14:creationId xmlns:p14="http://schemas.microsoft.com/office/powerpoint/2010/main" val="621471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B6DC8-A069-0C2D-BF0E-4D34D7C1E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156" y="2955852"/>
            <a:ext cx="7822418" cy="118021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053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5175</TotalTime>
  <Words>395</Words>
  <Application>Microsoft Office PowerPoint</Application>
  <PresentationFormat>On-screen Show (4:3)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Century Gothic</vt:lpstr>
      <vt:lpstr>Times New Roman</vt:lpstr>
      <vt:lpstr>Wingdings</vt:lpstr>
      <vt:lpstr>Wingdings 3</vt:lpstr>
      <vt:lpstr>Ion Boardroom</vt:lpstr>
      <vt:lpstr>OLIST STORE ANALYSIS E-Commerce Sales &amp; Customer Insights Analysis</vt:lpstr>
      <vt:lpstr>OBJECTIVE</vt:lpstr>
      <vt:lpstr>Tools Used</vt:lpstr>
      <vt:lpstr>Dataset Overview</vt:lpstr>
      <vt:lpstr>Excel Dashboard</vt:lpstr>
      <vt:lpstr>Tableau Dashboard</vt:lpstr>
      <vt:lpstr>Power BI Dashboard</vt:lpstr>
      <vt:lpstr>KPI 1: Weekday vs Weekend Payment Statistics</vt:lpstr>
      <vt:lpstr>KPI 2: 5-Star Review Orders by Payment Type</vt:lpstr>
      <vt:lpstr>KPI 3: Pet Shop vs Others Average Delivery Days</vt:lpstr>
      <vt:lpstr>KPI 4: Sao Paulo Customer Analysis</vt:lpstr>
      <vt:lpstr>KPI 5: Shipping Days vs Review Scores</vt:lpstr>
      <vt:lpstr>Key Insights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Defined Functions &amp; Window Functions</dc:title>
  <dc:creator>shehnaznikki7@gmail.com</dc:creator>
  <cp:lastModifiedBy>shehnaznikki7@gmail.com</cp:lastModifiedBy>
  <cp:revision>72</cp:revision>
  <dcterms:created xsi:type="dcterms:W3CDTF">2026-01-11T09:39:21Z</dcterms:created>
  <dcterms:modified xsi:type="dcterms:W3CDTF">2026-08-06T11:37:18Z</dcterms:modified>
</cp:coreProperties>
</file>